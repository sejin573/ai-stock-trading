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1" snapToObjects="1" showGuides="1"/>
  </p:slideViewPr>
  <p:notesTextViewPr/>
  <p:gridSpacing cx="780288" cy="780288"/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  <Relationship Id="rId9" Type="http://schemas.openxmlformats.org/officeDocument/2006/relationships/presProps" Target="presProps.xml"/>
  <Relationship Id="rId10" Type="http://schemas.openxmlformats.org/officeDocument/2006/relationships/viewProps" Target="viewProps.xml"/>
  <Relationship Id="rId11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AndContent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Codex Slide Master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2800" b="1"/>
      </a:lvl1pPr>
    </p:titleStyle>
    <p:bodyStyle>
      <a:lvl1pPr marL="0" indent="0">
        <a:defRPr sz="1800"/>
      </a:lvl1pPr>
    </p:bodyStyle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411480"/>
            <a:ext cx="10058400" cy="731520"/>
          </a:xfrm>
        </p:spPr>
        <p:txBody>
          <a:bodyPr wrap="square" rtlCol="0" anchor="t"/>
          <a:lstStyle/>
          <a:p>
            <a:r>
              <a:rPr lang="ko-KR" sz="2800" b="1" dirty="0"/>
              <a:t>뉴스 기반 한국 주식 자동 포트폴리오 대시보드</a:t>
            </a:r>
            <a:endParaRPr lang="ko-KR" sz="2800"/>
          </a:p>
        </p:txBody>
      </p:sp>
      <p:sp>
        <p:nvSpPr>
          <p:cNvPr id="3" name="Subtitle"/>
          <p:cNvSpPr txBox="1"/>
          <p:nvPr/>
        </p:nvSpPr>
        <p:spPr>
          <a:xfrm>
            <a:off x="658368" y="1207008"/>
            <a:ext cx="9875520" cy="457200"/>
          </a:xfrm>
        </p:spPr>
        <p:txBody>
          <a:bodyPr wrap="square" rtlCol="0" anchor="t"/>
          <a:lstStyle/>
          <a:p>
            <a:r>
              <a:rPr lang="ko-KR" sz="1600" dirty="0"/>
              <a:t>Naver News + KIS Open API + pykrx + Streamlit</a:t>
            </a:r>
            <a:endParaRPr lang="ko-KR" sz="1600"/>
          </a:p>
        </p:txBody>
      </p:sp>
      <p:sp>
        <p:nvSpPr>
          <p:cNvPr id="4" name="Body"/>
          <p:cNvSpPr txBox="1"/>
          <p:nvPr/>
        </p:nvSpPr>
        <p:spPr>
          <a:xfrm>
            <a:off x="822960" y="1828800"/>
            <a:ext cx="9418320" cy="4114800"/>
          </a:xfrm>
        </p:spPr>
        <p:txBody>
          <a:bodyPr wrap="square" rtlCol="0" anchor="t"/>
          <a:lstStyle/>
          <a:p>
            <a:r>
              <a:rPr lang="ko-KR" sz="1800" dirty="0"/>
              <a:t>• 한국 주식의 뉴스 흐름과 주가 변화를 함께 해석하는 포트폴리오용 대시보드</a:t>
            </a:r>
            <a:endParaRPr lang="ko-KR" sz="1800"/>
          </a:p>
          <a:p>
            <a:r>
              <a:rPr lang="ko-KR" sz="1800" dirty="0"/>
              <a:t>• 실시간 가격 확인, 상승 기대주 탐색, 모의 자동매매를 하나의 흐름으로 연결</a:t>
            </a:r>
            <a:endParaRPr lang="ko-KR"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411480"/>
            <a:ext cx="10058400" cy="731520"/>
          </a:xfrm>
        </p:spPr>
        <p:txBody>
          <a:bodyPr wrap="square" rtlCol="0" anchor="t"/>
          <a:lstStyle/>
          <a:p>
            <a:r>
              <a:rPr lang="ko-KR" sz="2800" b="1" dirty="0"/>
              <a:t>문제 정의</a:t>
            </a:r>
            <a:endParaRPr lang="ko-KR" sz="2800"/>
          </a:p>
        </p:txBody>
      </p:sp>
      <p:sp>
        <p:nvSpPr>
          <p:cNvPr id="3" name="Subtitle"/>
          <p:cNvSpPr txBox="1"/>
          <p:nvPr/>
        </p:nvSpPr>
        <p:spPr>
          <a:xfrm>
            <a:off x="658368" y="1207008"/>
            <a:ext cx="9875520" cy="457200"/>
          </a:xfrm>
        </p:spPr>
        <p:txBody>
          <a:bodyPr wrap="square" rtlCol="0" anchor="t"/>
          <a:lstStyle/>
          <a:p>
            <a:r>
              <a:rPr lang="ko-KR" sz="1600" dirty="0"/>
              <a:t>왜 이 대시보드가 필요한가</a:t>
            </a:r>
            <a:endParaRPr lang="ko-KR" sz="1600"/>
          </a:p>
        </p:txBody>
      </p:sp>
      <p:sp>
        <p:nvSpPr>
          <p:cNvPr id="4" name="Body"/>
          <p:cNvSpPr txBox="1"/>
          <p:nvPr/>
        </p:nvSpPr>
        <p:spPr>
          <a:xfrm>
            <a:off x="822960" y="1828800"/>
            <a:ext cx="9418320" cy="4114800"/>
          </a:xfrm>
        </p:spPr>
        <p:txBody>
          <a:bodyPr wrap="square" rtlCol="0" anchor="t"/>
          <a:lstStyle/>
          <a:p>
            <a:r>
              <a:rPr lang="ko-KR" sz="1800" dirty="0"/>
              <a:t>• 뉴스와 주가를 따로 보느라 단기 의사결정 속도가 느려짐</a:t>
            </a:r>
            <a:endParaRPr lang="ko-KR" sz="1800"/>
          </a:p>
          <a:p>
            <a:r>
              <a:rPr lang="ko-KR" sz="1800" dirty="0"/>
              <a:t>• 변동성이 크고 기대 수익이 높은 종목을 빠르게 추리기 어려움</a:t>
            </a:r>
            <a:endParaRPr lang="ko-KR" sz="1800"/>
          </a:p>
          <a:p>
            <a:r>
              <a:rPr lang="ko-KR" sz="1800" dirty="0"/>
              <a:t>• 보유 종목 손익, 매매 이력, 평가금액을 한 번에 보기 어려움</a:t>
            </a:r>
            <a:endParaRPr lang="ko-KR"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411480"/>
            <a:ext cx="10058400" cy="731520"/>
          </a:xfrm>
        </p:spPr>
        <p:txBody>
          <a:bodyPr wrap="square" rtlCol="0" anchor="t"/>
          <a:lstStyle/>
          <a:p>
            <a:r>
              <a:rPr lang="ko-KR" sz="2800" b="1" dirty="0"/>
              <a:t>데이터 소스와 구조</a:t>
            </a:r>
            <a:endParaRPr lang="ko-KR" sz="2800"/>
          </a:p>
        </p:txBody>
      </p:sp>
      <p:sp>
        <p:nvSpPr>
          <p:cNvPr id="3" name="Subtitle"/>
          <p:cNvSpPr txBox="1"/>
          <p:nvPr/>
        </p:nvSpPr>
        <p:spPr>
          <a:xfrm>
            <a:off x="658368" y="1207008"/>
            <a:ext cx="9875520" cy="457200"/>
          </a:xfrm>
        </p:spPr>
        <p:txBody>
          <a:bodyPr wrap="square" rtlCol="0" anchor="t"/>
          <a:lstStyle/>
          <a:p>
            <a:r>
              <a:rPr lang="ko-KR" sz="1600" dirty="0"/>
              <a:t>한국 시장 전용 데이터 조합</a:t>
            </a:r>
            <a:endParaRPr lang="ko-KR" sz="1600"/>
          </a:p>
        </p:txBody>
      </p:sp>
      <p:sp>
        <p:nvSpPr>
          <p:cNvPr id="4" name="Body"/>
          <p:cNvSpPr txBox="1"/>
          <p:nvPr/>
        </p:nvSpPr>
        <p:spPr>
          <a:xfrm>
            <a:off x="822960" y="1828800"/>
            <a:ext cx="9418320" cy="4114800"/>
          </a:xfrm>
        </p:spPr>
        <p:txBody>
          <a:bodyPr wrap="square" rtlCol="0" anchor="t"/>
          <a:lstStyle/>
          <a:p>
            <a:r>
              <a:rPr lang="ko-KR" sz="1800" dirty="0"/>
              <a:t>• 네이버 뉴스 검색 API: 종목별 뉴스 수집</a:t>
            </a:r>
            <a:endParaRPr lang="ko-KR" sz="1800"/>
          </a:p>
          <a:p>
            <a:r>
              <a:rPr lang="ko-KR" sz="1800" dirty="0"/>
              <a:t>• KIS Open API: 실시간 시세, 모의투자 주문 및 잔고</a:t>
            </a:r>
            <a:endParaRPr lang="ko-KR" sz="1800"/>
          </a:p>
          <a:p>
            <a:r>
              <a:rPr lang="ko-KR" sz="1800" dirty="0"/>
              <a:t>• pykrx: 종목 전체 목록, 보조 시세, 백테스트 친화 데이터</a:t>
            </a:r>
            <a:endParaRPr lang="ko-KR" sz="1800"/>
          </a:p>
          <a:p>
            <a:r>
              <a:rPr lang="ko-KR" sz="1800" dirty="0"/>
              <a:t>• Streamlit: 투자 모니터링에 적합한 대시보드 UI</a:t>
            </a:r>
            <a:endParaRPr lang="ko-KR"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411480"/>
            <a:ext cx="10058400" cy="731520"/>
          </a:xfrm>
        </p:spPr>
        <p:txBody>
          <a:bodyPr wrap="square" rtlCol="0" anchor="t"/>
          <a:lstStyle/>
          <a:p>
            <a:r>
              <a:rPr lang="ko-KR" sz="2800" b="1" dirty="0"/>
              <a:t>핵심 기능</a:t>
            </a:r>
            <a:endParaRPr lang="ko-KR" sz="2800"/>
          </a:p>
        </p:txBody>
      </p:sp>
      <p:sp>
        <p:nvSpPr>
          <p:cNvPr id="3" name="Subtitle"/>
          <p:cNvSpPr txBox="1"/>
          <p:nvPr/>
        </p:nvSpPr>
        <p:spPr>
          <a:xfrm>
            <a:off x="658368" y="1207008"/>
            <a:ext cx="9875520" cy="457200"/>
          </a:xfrm>
        </p:spPr>
        <p:txBody>
          <a:bodyPr wrap="square" rtlCol="0" anchor="t"/>
          <a:lstStyle/>
          <a:p>
            <a:r>
              <a:rPr lang="ko-KR" sz="1600" dirty="0"/>
              <a:t>현재 구현 상태</a:t>
            </a:r>
            <a:endParaRPr lang="ko-KR" sz="1600"/>
          </a:p>
        </p:txBody>
      </p:sp>
      <p:sp>
        <p:nvSpPr>
          <p:cNvPr id="4" name="Body"/>
          <p:cNvSpPr txBox="1"/>
          <p:nvPr/>
        </p:nvSpPr>
        <p:spPr>
          <a:xfrm>
            <a:off x="822960" y="1828800"/>
            <a:ext cx="9418320" cy="4114800"/>
          </a:xfrm>
        </p:spPr>
        <p:txBody>
          <a:bodyPr wrap="square" rtlCol="0" anchor="t"/>
          <a:lstStyle/>
          <a:p>
            <a:r>
              <a:rPr lang="ko-KR" sz="1800" dirty="0"/>
              <a:t>• 한국 상장사 전체 목록 기반 종목 선택</a:t>
            </a:r>
            <a:endParaRPr lang="ko-KR" sz="1800"/>
          </a:p>
          <a:p>
            <a:r>
              <a:rPr lang="ko-KR" sz="1800" dirty="0"/>
              <a:t>• 3초 주기 실시간 갱신 차트와 포트폴리오 상태판</a:t>
            </a:r>
            <a:endParaRPr lang="ko-KR" sz="1800"/>
          </a:p>
          <a:p>
            <a:r>
              <a:rPr lang="ko-KR" sz="1800" dirty="0"/>
              <a:t>• 변동성, 뉴스 감성, 기대 상승률 기반 추천 후보 탐색</a:t>
            </a:r>
            <a:endParaRPr lang="ko-KR" sz="1800"/>
          </a:p>
          <a:p>
            <a:r>
              <a:rPr lang="ko-KR" sz="1800" dirty="0"/>
              <a:t>• 모의 자동매수/자동매도와 최근 거래 이력 표시</a:t>
            </a:r>
            <a:endParaRPr lang="ko-KR"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411480"/>
            <a:ext cx="10058400" cy="731520"/>
          </a:xfrm>
        </p:spPr>
        <p:txBody>
          <a:bodyPr wrap="square" rtlCol="0" anchor="t"/>
          <a:lstStyle/>
          <a:p>
            <a:r>
              <a:rPr lang="ko-KR" sz="2800" b="1" dirty="0"/>
              <a:t>자동매매 및 학습 루프</a:t>
            </a:r>
            <a:endParaRPr lang="ko-KR" sz="2800"/>
          </a:p>
        </p:txBody>
      </p:sp>
      <p:sp>
        <p:nvSpPr>
          <p:cNvPr id="3" name="Subtitle"/>
          <p:cNvSpPr txBox="1"/>
          <p:nvPr/>
        </p:nvSpPr>
        <p:spPr>
          <a:xfrm>
            <a:off x="658368" y="1207008"/>
            <a:ext cx="9875520" cy="457200"/>
          </a:xfrm>
        </p:spPr>
        <p:txBody>
          <a:bodyPr wrap="square" rtlCol="0" anchor="t"/>
          <a:lstStyle/>
          <a:p>
            <a:r>
              <a:rPr lang="ko-KR" sz="1600" dirty="0"/>
              <a:t>후보 탐색에서 포지션 관리까지</a:t>
            </a:r>
            <a:endParaRPr lang="ko-KR" sz="1600"/>
          </a:p>
        </p:txBody>
      </p:sp>
      <p:sp>
        <p:nvSpPr>
          <p:cNvPr id="4" name="Body"/>
          <p:cNvSpPr txBox="1"/>
          <p:nvPr/>
        </p:nvSpPr>
        <p:spPr>
          <a:xfrm>
            <a:off x="822960" y="1828800"/>
            <a:ext cx="9418320" cy="4114800"/>
          </a:xfrm>
        </p:spPr>
        <p:txBody>
          <a:bodyPr wrap="square" rtlCol="0" anchor="t"/>
          <a:lstStyle/>
          <a:p>
            <a:r>
              <a:rPr lang="ko-KR" sz="1800" dirty="0"/>
              <a:t>• 시장 후보군 스캔 후 점수와 필터 기준으로 매수 후보 선정</a:t>
            </a:r>
            <a:endParaRPr lang="ko-KR" sz="1800"/>
          </a:p>
          <a:p>
            <a:r>
              <a:rPr lang="ko-KR" sz="1800" dirty="0"/>
              <a:t>• 기대 수익률과 목표 수익률 기준으로 자동 매도 판단</a:t>
            </a:r>
            <a:endParaRPr lang="ko-KR" sz="1800"/>
          </a:p>
          <a:p>
            <a:r>
              <a:rPr lang="ko-KR" sz="1800" dirty="0"/>
              <a:t>• 거래 결과를 기반으로 가중치를 조정하는 온라인 학습 구조 반영</a:t>
            </a:r>
            <a:endParaRPr lang="ko-KR" sz="1800"/>
          </a:p>
          <a:p>
            <a:r>
              <a:rPr lang="ko-KR" sz="1800" dirty="0"/>
              <a:t>• 실전 투입 전 모의투자로 전략을 반복 검증 가능</a:t>
            </a:r>
            <a:endParaRPr lang="ko-KR"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411480"/>
            <a:ext cx="10058400" cy="731520"/>
          </a:xfrm>
        </p:spPr>
        <p:txBody>
          <a:bodyPr wrap="square" rtlCol="0" anchor="t"/>
          <a:lstStyle/>
          <a:p>
            <a:r>
              <a:rPr lang="ko-KR" sz="2800" b="1" dirty="0"/>
              <a:t>최근 UI 개선 사항</a:t>
            </a:r>
            <a:endParaRPr lang="ko-KR" sz="2800"/>
          </a:p>
        </p:txBody>
      </p:sp>
      <p:sp>
        <p:nvSpPr>
          <p:cNvPr id="3" name="Subtitle"/>
          <p:cNvSpPr txBox="1"/>
          <p:nvPr/>
        </p:nvSpPr>
        <p:spPr>
          <a:xfrm>
            <a:off x="658368" y="1207008"/>
            <a:ext cx="9875520" cy="457200"/>
          </a:xfrm>
        </p:spPr>
        <p:txBody>
          <a:bodyPr wrap="square" rtlCol="0" anchor="t"/>
          <a:lstStyle/>
          <a:p>
            <a:r>
              <a:rPr lang="ko-KR" sz="1600" dirty="0"/>
              <a:t>포트폴리오 모니터링 강화</a:t>
            </a:r>
            <a:endParaRPr lang="ko-KR" sz="1600"/>
          </a:p>
        </p:txBody>
      </p:sp>
      <p:sp>
        <p:nvSpPr>
          <p:cNvPr id="4" name="Body"/>
          <p:cNvSpPr txBox="1"/>
          <p:nvPr/>
        </p:nvSpPr>
        <p:spPr>
          <a:xfrm>
            <a:off x="822960" y="1828800"/>
            <a:ext cx="9418320" cy="4114800"/>
          </a:xfrm>
        </p:spPr>
        <p:txBody>
          <a:bodyPr wrap="square" rtlCol="0" anchor="t"/>
          <a:lstStyle/>
          <a:p>
            <a:r>
              <a:rPr lang="ko-KR" sz="1800" dirty="0"/>
              <a:t>• 보유 종목별 총 매수금액, 현재 평가금액, 평가손익 표시</a:t>
            </a:r>
            <a:endParaRPr lang="ko-KR" sz="1800"/>
          </a:p>
          <a:p>
            <a:r>
              <a:rPr lang="ko-KR" sz="1800" dirty="0"/>
              <a:t>• 평가손익과 수익률 색상 강조로 상태를 즉시 식별</a:t>
            </a:r>
            <a:endParaRPr lang="ko-KR" sz="1800"/>
          </a:p>
          <a:p>
            <a:r>
              <a:rPr lang="ko-KR" sz="1800" dirty="0"/>
              <a:t>• 수익률 상위, 손실률 상위, 평가금액 상위 정렬 토글 제공</a:t>
            </a:r>
            <a:endParaRPr lang="ko-KR" sz="1800"/>
          </a:p>
          <a:p>
            <a:r>
              <a:rPr lang="ko-KR" sz="1800" dirty="0"/>
              <a:t>• 총 투자원금, 총 평가금액, 누적 손익, 누적 수익률 카드 구성</a:t>
            </a:r>
            <a:endParaRPr lang="ko-KR"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411480"/>
            <a:ext cx="10058400" cy="731520"/>
          </a:xfrm>
        </p:spPr>
        <p:txBody>
          <a:bodyPr wrap="square" rtlCol="0" anchor="t"/>
          <a:lstStyle/>
          <a:p>
            <a:r>
              <a:rPr lang="ko-KR" sz="2800" b="1" dirty="0"/>
              <a:t>기대 효과와 향후 확장</a:t>
            </a:r>
            <a:endParaRPr lang="ko-KR" sz="2800"/>
          </a:p>
        </p:txBody>
      </p:sp>
      <p:sp>
        <p:nvSpPr>
          <p:cNvPr id="3" name="Subtitle"/>
          <p:cNvSpPr txBox="1"/>
          <p:nvPr/>
        </p:nvSpPr>
        <p:spPr>
          <a:xfrm>
            <a:off x="658368" y="1207008"/>
            <a:ext cx="9875520" cy="457200"/>
          </a:xfrm>
        </p:spPr>
        <p:txBody>
          <a:bodyPr wrap="square" rtlCol="0" anchor="t"/>
          <a:lstStyle/>
          <a:p>
            <a:r>
              <a:rPr lang="ko-KR" sz="1600" dirty="0"/>
              <a:t>포트폴리오 프로젝트의 성장 방향</a:t>
            </a:r>
            <a:endParaRPr lang="ko-KR" sz="1600"/>
          </a:p>
        </p:txBody>
      </p:sp>
      <p:sp>
        <p:nvSpPr>
          <p:cNvPr id="4" name="Body"/>
          <p:cNvSpPr txBox="1"/>
          <p:nvPr/>
        </p:nvSpPr>
        <p:spPr>
          <a:xfrm>
            <a:off x="822960" y="1828800"/>
            <a:ext cx="9418320" cy="4114800"/>
          </a:xfrm>
        </p:spPr>
        <p:txBody>
          <a:bodyPr wrap="square" rtlCol="0" anchor="t"/>
          <a:lstStyle/>
          <a:p>
            <a:r>
              <a:rPr lang="ko-KR" sz="1800" dirty="0"/>
              <a:t>• 단기 유망주 탐색 속도 향상</a:t>
            </a:r>
            <a:endParaRPr lang="ko-KR" sz="1800"/>
          </a:p>
          <a:p>
            <a:r>
              <a:rPr lang="ko-KR" sz="1800" dirty="0"/>
              <a:t>• 뉴스 이벤트와 가격 반응을 동시에 관찰하는 분석 환경 확보</a:t>
            </a:r>
            <a:endParaRPr lang="ko-KR" sz="1800"/>
          </a:p>
          <a:p>
            <a:r>
              <a:rPr lang="ko-KR" sz="1800" dirty="0"/>
              <a:t>• 리스크 규칙, 포지션 사이징, 실거래 연계 기능으로 확장 가능</a:t>
            </a:r>
            <a:endParaRPr lang="ko-KR" sz="1800"/>
          </a:p>
          <a:p>
            <a:r>
              <a:rPr lang="ko-KR" sz="1800" dirty="0"/>
              <a:t>• 학습 데이터 축적을 통한 추천 정밀도 개선 기대</a:t>
            </a:r>
            <a:endParaRPr lang="ko-KR"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dex Theme">
  <a:themeElements>
    <a:clrScheme name="Codex">
      <a:dk1>
        <a:srgbClr val="0F172A"/>
      </a:dk1>
      <a:lt1>
        <a:srgbClr val="FFFFFF"/>
      </a:lt1>
      <a:dk2>
        <a:srgbClr val="1E293B"/>
      </a:dk2>
      <a:lt2>
        <a:srgbClr val="E2E8F0"/>
      </a:lt2>
      <a:accent1>
        <a:srgbClr val="0F766E"/>
      </a:accent1>
      <a:accent2>
        <a:srgbClr val="2563EB"/>
      </a:accent2>
      <a:accent3>
        <a:srgbClr val="16A34A"/>
      </a:accent3>
      <a:accent4>
        <a:srgbClr val="EA580C"/>
      </a:accent4>
      <a:accent5>
        <a:srgbClr val="B91C1C"/>
      </a:accent5>
      <a:accent6>
        <a:srgbClr val="7C3AED"/>
      </a:accent6>
      <a:hlink>
        <a:srgbClr val="2563EB"/>
      </a:hlink>
      <a:folHlink>
        <a:srgbClr val="7C3AED"/>
      </a:folHlink>
    </a:clrScheme>
    <a:fontScheme name="Codex Fonts">
      <a:majorFont>
        <a:latin typeface="Aptos Display"/>
        <a:ea typeface="Malgun Gothic"/>
        <a:cs typeface="Arial"/>
      </a:majorFont>
      <a:minorFont>
        <a:latin typeface="Aptos"/>
        <a:ea typeface="Malgun Gothic"/>
        <a:cs typeface="Arial"/>
      </a:minorFont>
    </a:fontScheme>
    <a:fmtScheme name="Codex Format">
      <a:fillStyleLst>
        <a:solidFill>
          <a:schemeClr val="lt1"/>
        </a:solidFill>
        <a:solidFill>
          <a:schemeClr val="accent1"/>
        </a:solidFill>
        <a:solidFill>
          <a:schemeClr val="accent2"/>
        </a:solidFill>
      </a:fillStyleLst>
      <a:lnStyleLst>
        <a:ln w="9525" cap="flat" cmpd="sng" algn="ctr">
          <a:solidFill>
            <a:schemeClr val="accent1"/>
          </a:solidFill>
        </a:ln>
        <a:ln w="25400" cap="flat" cmpd="sng" algn="ctr">
          <a:solidFill>
            <a:schemeClr val="accent2"/>
          </a:solidFill>
        </a:ln>
        <a:ln w="38100" cap="flat" cmpd="sng" algn="ctr">
          <a:solidFill>
            <a:schemeClr val="accent3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7</Slides>
  <Notes>0</Notes>
  <HiddenSlides>0</HiddenSlides>
  <MMClips>0</MMClips>
  <ScaleCrop>false</ScaleCrop>
  <HeadingPairs>
    <vt:vector size="2" baseType="variant">
      <vt:variant>
        <vt:lpstr>Theme</vt:lpstr>
      </vt:variant>
      <vt:variant>
        <vt:i4>1</vt:i4>
      </vt:variant>
    </vt:vector>
  </HeadingPairs>
  <TitlesOfParts>
    <vt:vector size="1" baseType="lpstr">
      <vt:lpstr>Office Theme</vt:lpstr>
    </vt:vector>
  </TitlesOfParts>
  <Company>OpenAI Codex</Company>
  <LinksUpToDate>false</LinksUpToDate>
  <SharedDoc>false</SharedDoc>
  <HyperlinksChanged>false</HyperlinksChanged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뉴스 기반 한국 주식 자동 포트폴리오 대시보드</dc:title>
  <dc:subject>Portfolio Presentation</dc:subject>
  <dc:creator>OpenAI Codex</dc:creator>
  <cp:keywords>한국주식, 자동매매, 포트폴리오, 뉴스분석</cp:keywords>
  <dc:description>포트폴리오 프로젝트 발표용 PPT</dc:description>
  <cp:lastModifiedBy>OpenAI Codex</cp:lastModifiedBy>
  <dcterms:created xsi:type="dcterms:W3CDTF">2026-04-15T04:11:19Z</dcterms:created>
  <dcterms:modified xsi:type="dcterms:W3CDTF">2026-04-15T04:11:19Z</dcterms:modified>
</cp:coreProperties>
</file>